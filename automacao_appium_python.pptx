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63440" cy="7132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 Mobile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Appium  +  Python  ·  Android (UiAutomator2)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234440"/>
            <a:ext cx="4206240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234440"/>
            <a:ext cx="64008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3444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128930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Appium 2.x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1563624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WebDriver — protocolo W3C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1993392"/>
            <a:ext cx="4206240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" y="1993392"/>
            <a:ext cx="64008" cy="6400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993392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🐍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68680" y="204825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3.x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2322576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appium-python-client 3.1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2752344"/>
            <a:ext cx="4206240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" y="2752344"/>
            <a:ext cx="64008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752344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68680" y="280720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UiAutomator2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308152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Android — sem root necessário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8600" y="3511296"/>
            <a:ext cx="4206240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" y="3511296"/>
            <a:ext cx="64008" cy="6400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511296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68680" y="35661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68680" y="38404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de testes + relatório HTML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" y="4270248"/>
            <a:ext cx="4206240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8600" y="4270248"/>
            <a:ext cx="64008" cy="640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4270248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📐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68680" y="432511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Object Model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68680" y="459943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LoginPage · locators centralizados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0"/>
            <a:ext cx="4480560" cy="5143500"/>
          </a:xfrm>
          <a:prstGeom prst="rect">
            <a:avLst/>
          </a:prstGeom>
          <a:solidFill>
            <a:srgbClr val="F0F4FF"/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63440" y="0"/>
            <a:ext cx="4480560" cy="71323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0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&amp; Fluxo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4846320" y="868680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892040" y="868680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🧪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486400" y="923544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486400" y="1161288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test_login.py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858000" y="1444752"/>
            <a:ext cx="0" cy="210312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75120" y="152704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563EB"/>
                </a:solidFill>
              </a:rPr>
              <a:t>▼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846320" y="1673352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892040" y="1673352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📄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5486400" y="1728216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LoginPage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486400" y="196596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Object Model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858000" y="2249424"/>
            <a:ext cx="0" cy="210312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75120" y="23317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563EB"/>
                </a:solidFill>
              </a:rPr>
              <a:t>▼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846320" y="2478024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4892040" y="2478024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🔌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5486400" y="2532888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Appium Client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486400" y="2770632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appium-python-client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858000" y="3054096"/>
            <a:ext cx="0" cy="210312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75120" y="31363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563EB"/>
                </a:solidFill>
              </a:rPr>
              <a:t>▼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846320" y="3282696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4892040" y="3282696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⚙️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5486400" y="3337560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Appium Server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5486400" y="3575304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localhost:4723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858000" y="3858768"/>
            <a:ext cx="0" cy="210312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675120" y="394106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563EB"/>
                </a:solidFill>
              </a:rPr>
              <a:t>▼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846320" y="4087368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4892040" y="4087368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59" name="Text 57"/>
          <p:cNvSpPr/>
          <p:nvPr/>
        </p:nvSpPr>
        <p:spPr>
          <a:xfrm>
            <a:off x="5486400" y="4142232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Dispositivo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5486400" y="4379976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 G04 · Android 14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Teste — Tela de Login  ·  Landix Basic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680960" y="109728"/>
            <a:ext cx="1143000" cy="420624"/>
          </a:xfrm>
          <a:prstGeom prst="roundRect">
            <a:avLst>
              <a:gd name="adj" fmla="val 17391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0" y="109728"/>
            <a:ext cx="1143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64592" y="694944"/>
            <a:ext cx="4315968" cy="629107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4592" y="694944"/>
            <a:ext cx="64008" cy="629107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3464" y="872338"/>
            <a:ext cx="676656" cy="274320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464" y="872338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CT-1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33272" y="694944"/>
            <a:ext cx="2423160" cy="6291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Exibir tela de login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55264" y="786384"/>
            <a:ext cx="1115568" cy="237744"/>
          </a:xfrm>
          <a:prstGeom prst="roundRect">
            <a:avLst>
              <a:gd name="adj" fmla="val 19231"/>
            </a:avLst>
          </a:prstGeom>
          <a:solidFill>
            <a:srgbClr val="E0F2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55264" y="786384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55264" y="1069848"/>
            <a:ext cx="1115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passos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45152" y="694944"/>
            <a:ext cx="4315968" cy="629107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45152" y="694944"/>
            <a:ext cx="64008" cy="629107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64024" y="872338"/>
            <a:ext cx="676656" cy="274320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64024" y="872338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CT-2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13832" y="694944"/>
            <a:ext cx="2423160" cy="6291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com credenciais válidas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35824" y="786384"/>
            <a:ext cx="1115568" cy="237744"/>
          </a:xfrm>
          <a:prstGeom prst="roundRect">
            <a:avLst>
              <a:gd name="adj" fmla="val 19231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35824" y="786384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Path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735824" y="1069848"/>
            <a:ext cx="1115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passos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64592" y="1378915"/>
            <a:ext cx="4315968" cy="629107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64592" y="1378915"/>
            <a:ext cx="64008" cy="629107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3464" y="1556309"/>
            <a:ext cx="676656" cy="274320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3464" y="1556309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CT-3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33272" y="1378915"/>
            <a:ext cx="2423160" cy="6291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com senha inválida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255264" y="1470355"/>
            <a:ext cx="1115568" cy="237744"/>
          </a:xfrm>
          <a:prstGeom prst="roundRect">
            <a:avLst>
              <a:gd name="adj" fmla="val 19231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55264" y="1470355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Negativo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255264" y="1753819"/>
            <a:ext cx="1115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passos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45152" y="1378915"/>
            <a:ext cx="4315968" cy="629107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45152" y="1378915"/>
            <a:ext cx="64008" cy="629107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64024" y="1556309"/>
            <a:ext cx="676656" cy="274320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64024" y="1556309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CT-4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513832" y="1378915"/>
            <a:ext cx="2423160" cy="6291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sem informar e-mail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735824" y="1470355"/>
            <a:ext cx="1115568" cy="237744"/>
          </a:xfrm>
          <a:prstGeom prst="roundRect">
            <a:avLst>
              <a:gd name="adj" fmla="val 19231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35824" y="1470355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735824" y="1753819"/>
            <a:ext cx="1115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passos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64592" y="2062886"/>
            <a:ext cx="4315968" cy="629107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164592" y="2062886"/>
            <a:ext cx="64008" cy="629107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83464" y="2240280"/>
            <a:ext cx="676656" cy="274320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83464" y="2240280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CT-5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033272" y="2062886"/>
            <a:ext cx="2423160" cy="6291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sem informar senha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255264" y="2154326"/>
            <a:ext cx="1115568" cy="237744"/>
          </a:xfrm>
          <a:prstGeom prst="roundRect">
            <a:avLst>
              <a:gd name="adj" fmla="val 19231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55264" y="2154326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255264" y="2437790"/>
            <a:ext cx="1115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passos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645152" y="2062886"/>
            <a:ext cx="4315968" cy="629107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645152" y="2062886"/>
            <a:ext cx="64008" cy="629107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764024" y="2240280"/>
            <a:ext cx="676656" cy="274320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64024" y="2240280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CT-6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513832" y="2062886"/>
            <a:ext cx="2423160" cy="6291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em branco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7735824" y="2154326"/>
            <a:ext cx="1115568" cy="237744"/>
          </a:xfrm>
          <a:prstGeom prst="roundRect">
            <a:avLst>
              <a:gd name="adj" fmla="val 19231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735824" y="2154326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735824" y="2437790"/>
            <a:ext cx="1115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passos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164592" y="2746858"/>
            <a:ext cx="4315968" cy="629107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164592" y="2746858"/>
            <a:ext cx="64008" cy="629107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83464" y="2924251"/>
            <a:ext cx="676656" cy="274320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83464" y="2924251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CT-7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1033272" y="2746858"/>
            <a:ext cx="2423160" cy="6291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Exibir e ocultar senha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3255264" y="2838298"/>
            <a:ext cx="1115568" cy="237744"/>
          </a:xfrm>
          <a:prstGeom prst="roundRect">
            <a:avLst>
              <a:gd name="adj" fmla="val 19231"/>
            </a:avLst>
          </a:prstGeom>
          <a:solidFill>
            <a:srgbClr val="E0F2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255264" y="2838298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3255264" y="3121762"/>
            <a:ext cx="1115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passos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645152" y="2746858"/>
            <a:ext cx="4315968" cy="629107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4645152" y="2746858"/>
            <a:ext cx="64008" cy="629107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764024" y="2924251"/>
            <a:ext cx="676656" cy="274320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64024" y="2924251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CT-8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5513832" y="2746858"/>
            <a:ext cx="2423160" cy="6291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Máscara no campo Senha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7735824" y="2838298"/>
            <a:ext cx="1115568" cy="237744"/>
          </a:xfrm>
          <a:prstGeom prst="roundRect">
            <a:avLst>
              <a:gd name="adj" fmla="val 19231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735824" y="2838298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7735824" y="3121762"/>
            <a:ext cx="1115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passos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164592" y="3430829"/>
            <a:ext cx="4315968" cy="629107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164592" y="3430829"/>
            <a:ext cx="64008" cy="629107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83464" y="3608222"/>
            <a:ext cx="676656" cy="274320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83464" y="3608222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CT-9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1033272" y="3430829"/>
            <a:ext cx="2423160" cy="6291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com formato inválido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3255264" y="3522269"/>
            <a:ext cx="1115568" cy="237744"/>
          </a:xfrm>
          <a:prstGeom prst="roundRect">
            <a:avLst>
              <a:gd name="adj" fmla="val 19231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255264" y="3522269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Negativo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3255264" y="3805733"/>
            <a:ext cx="1115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passos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4645152" y="3430829"/>
            <a:ext cx="4315968" cy="629107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9" name="Shape 77"/>
          <p:cNvSpPr/>
          <p:nvPr/>
        </p:nvSpPr>
        <p:spPr>
          <a:xfrm>
            <a:off x="4645152" y="3430829"/>
            <a:ext cx="64008" cy="629107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764024" y="3608222"/>
            <a:ext cx="676656" cy="274320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764024" y="3608222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CT-10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5513832" y="3430829"/>
            <a:ext cx="2423160" cy="6291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Toque em Esqueci minha senha</a:t>
            </a:r>
            <a:endParaRPr lang="en-US" sz="1200" dirty="0"/>
          </a:p>
        </p:txBody>
      </p:sp>
      <p:sp>
        <p:nvSpPr>
          <p:cNvPr id="83" name="Shape 81"/>
          <p:cNvSpPr/>
          <p:nvPr/>
        </p:nvSpPr>
        <p:spPr>
          <a:xfrm>
            <a:off x="7735824" y="3522269"/>
            <a:ext cx="1115568" cy="237744"/>
          </a:xfrm>
          <a:prstGeom prst="roundRect">
            <a:avLst>
              <a:gd name="adj" fmla="val 19231"/>
            </a:avLst>
          </a:prstGeom>
          <a:solidFill>
            <a:srgbClr val="E0F2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735824" y="3522269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Navegação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7735824" y="3805733"/>
            <a:ext cx="1115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passos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164592" y="4114800"/>
            <a:ext cx="4315968" cy="629107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7" name="Shape 85"/>
          <p:cNvSpPr/>
          <p:nvPr/>
        </p:nvSpPr>
        <p:spPr>
          <a:xfrm>
            <a:off x="164592" y="4114800"/>
            <a:ext cx="64008" cy="629107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283464" y="4292194"/>
            <a:ext cx="676656" cy="274320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283464" y="4292194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CT-11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1033272" y="4114800"/>
            <a:ext cx="2423160" cy="6291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 de carregamento</a:t>
            </a:r>
            <a:endParaRPr lang="en-US" sz="1200" dirty="0"/>
          </a:p>
        </p:txBody>
      </p:sp>
      <p:sp>
        <p:nvSpPr>
          <p:cNvPr id="91" name="Shape 89"/>
          <p:cNvSpPr/>
          <p:nvPr/>
        </p:nvSpPr>
        <p:spPr>
          <a:xfrm>
            <a:off x="3255264" y="4206240"/>
            <a:ext cx="1115568" cy="237744"/>
          </a:xfrm>
          <a:prstGeom prst="roundRect">
            <a:avLst>
              <a:gd name="adj" fmla="val 19231"/>
            </a:avLst>
          </a:prstGeom>
          <a:solidFill>
            <a:srgbClr val="E0F2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3255264" y="420624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3255264" y="4489704"/>
            <a:ext cx="1115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passos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4645152" y="4114800"/>
            <a:ext cx="4315968" cy="629107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5" name="Shape 93"/>
          <p:cNvSpPr/>
          <p:nvPr/>
        </p:nvSpPr>
        <p:spPr>
          <a:xfrm>
            <a:off x="4645152" y="4114800"/>
            <a:ext cx="64008" cy="629107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764024" y="4292194"/>
            <a:ext cx="676656" cy="274320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764024" y="4292194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CT-12</a:t>
            </a:r>
            <a:endParaRPr lang="en-US" sz="1000" dirty="0"/>
          </a:p>
        </p:txBody>
      </p:sp>
      <p:sp>
        <p:nvSpPr>
          <p:cNvPr id="98" name="Text 96"/>
          <p:cNvSpPr/>
          <p:nvPr/>
        </p:nvSpPr>
        <p:spPr>
          <a:xfrm>
            <a:off x="5513832" y="4114800"/>
            <a:ext cx="2423160" cy="6291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com espaços (trim)</a:t>
            </a:r>
            <a:endParaRPr lang="en-US" sz="1200" dirty="0"/>
          </a:p>
        </p:txBody>
      </p:sp>
      <p:sp>
        <p:nvSpPr>
          <p:cNvPr id="99" name="Shape 97"/>
          <p:cNvSpPr/>
          <p:nvPr/>
        </p:nvSpPr>
        <p:spPr>
          <a:xfrm>
            <a:off x="7735824" y="4206240"/>
            <a:ext cx="1115568" cy="237744"/>
          </a:xfrm>
          <a:prstGeom prst="roundRect">
            <a:avLst>
              <a:gd name="adj" fmla="val 19231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7735824" y="420624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</a:t>
            </a:r>
            <a:endParaRPr lang="en-US" sz="900" dirty="0"/>
          </a:p>
        </p:txBody>
      </p:sp>
      <p:sp>
        <p:nvSpPr>
          <p:cNvPr id="101" name="Text 99"/>
          <p:cNvSpPr/>
          <p:nvPr/>
        </p:nvSpPr>
        <p:spPr>
          <a:xfrm>
            <a:off x="7735824" y="4489704"/>
            <a:ext cx="1115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passos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274320" y="4809744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1x  Happy Path</a:t>
            </a:r>
            <a:endParaRPr lang="en-US" sz="1100" dirty="0"/>
          </a:p>
        </p:txBody>
      </p:sp>
      <p:sp>
        <p:nvSpPr>
          <p:cNvPr id="104" name="Shape 102"/>
          <p:cNvSpPr/>
          <p:nvPr/>
        </p:nvSpPr>
        <p:spPr>
          <a:xfrm>
            <a:off x="1572768" y="4846320"/>
            <a:ext cx="0" cy="228600"/>
          </a:xfrm>
          <a:prstGeom prst="line">
            <a:avLst/>
          </a:prstGeom>
          <a:noFill/>
          <a:ln w="10160">
            <a:solidFill>
              <a:srgbClr val="334155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1737360" y="4809744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  Negativo</a:t>
            </a:r>
            <a:endParaRPr lang="en-US" sz="1100" dirty="0"/>
          </a:p>
        </p:txBody>
      </p:sp>
      <p:sp>
        <p:nvSpPr>
          <p:cNvPr id="106" name="Shape 104"/>
          <p:cNvSpPr/>
          <p:nvPr/>
        </p:nvSpPr>
        <p:spPr>
          <a:xfrm>
            <a:off x="3035808" y="4846320"/>
            <a:ext cx="0" cy="228600"/>
          </a:xfrm>
          <a:prstGeom prst="line">
            <a:avLst/>
          </a:prstGeom>
          <a:noFill/>
          <a:ln w="10160">
            <a:solidFill>
              <a:srgbClr val="334155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3200400" y="4809744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  Validação</a:t>
            </a:r>
            <a:endParaRPr lang="en-US" sz="1100" dirty="0"/>
          </a:p>
        </p:txBody>
      </p:sp>
      <p:sp>
        <p:nvSpPr>
          <p:cNvPr id="108" name="Shape 106"/>
          <p:cNvSpPr/>
          <p:nvPr/>
        </p:nvSpPr>
        <p:spPr>
          <a:xfrm>
            <a:off x="4498848" y="4846320"/>
            <a:ext cx="0" cy="228600"/>
          </a:xfrm>
          <a:prstGeom prst="line">
            <a:avLst/>
          </a:prstGeom>
          <a:noFill/>
          <a:ln w="10160">
            <a:solidFill>
              <a:srgbClr val="334155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4663440" y="4809744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4x  UI</a:t>
            </a:r>
            <a:endParaRPr lang="en-US" sz="1100" dirty="0"/>
          </a:p>
        </p:txBody>
      </p:sp>
      <p:sp>
        <p:nvSpPr>
          <p:cNvPr id="110" name="Shape 108"/>
          <p:cNvSpPr/>
          <p:nvPr/>
        </p:nvSpPr>
        <p:spPr>
          <a:xfrm>
            <a:off x="5961888" y="4846320"/>
            <a:ext cx="0" cy="228600"/>
          </a:xfrm>
          <a:prstGeom prst="line">
            <a:avLst/>
          </a:prstGeom>
          <a:noFill/>
          <a:ln w="10160">
            <a:solidFill>
              <a:srgbClr val="334155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6126480" y="4809744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1x  Segurança</a:t>
            </a:r>
            <a:endParaRPr lang="en-US" sz="1100" dirty="0"/>
          </a:p>
        </p:txBody>
      </p:sp>
      <p:sp>
        <p:nvSpPr>
          <p:cNvPr id="112" name="Shape 110"/>
          <p:cNvSpPr/>
          <p:nvPr/>
        </p:nvSpPr>
        <p:spPr>
          <a:xfrm>
            <a:off x="7424928" y="4846320"/>
            <a:ext cx="0" cy="228600"/>
          </a:xfrm>
          <a:prstGeom prst="line">
            <a:avLst/>
          </a:prstGeom>
          <a:noFill/>
          <a:ln w="10160">
            <a:solidFill>
              <a:srgbClr val="334155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7589520" y="4809744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1x  Navegação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Automação Mobile — Appium + Python</dc:title>
  <dc:subject>PptxGenJS Presentation</dc:subject>
  <dc:creator>PptxGenJS</dc:creator>
  <cp:lastModifiedBy>PptxGenJS</cp:lastModifiedBy>
  <cp:revision>1</cp:revision>
  <dcterms:created xsi:type="dcterms:W3CDTF">2026-04-23T18:25:16Z</dcterms:created>
  <dcterms:modified xsi:type="dcterms:W3CDTF">2026-04-23T18:25:16Z</dcterms:modified>
</cp:coreProperties>
</file>