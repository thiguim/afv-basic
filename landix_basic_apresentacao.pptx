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228600"/>
            <a:ext cx="2133524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74320"/>
            <a:ext cx="2042084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1005840" cy="10058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11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🏪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1554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Landix Basic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65760" y="2423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de Vendas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65760" y="2971800"/>
            <a:ext cx="16459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200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mobile Flutter — Android &amp; iOS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367588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Vendedores externos e representantes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" y="415137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Clientes · Produtos · Pedidos · Status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" y="47548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Protótipo funcional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pelo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704088"/>
            <a:ext cx="1663845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49808"/>
            <a:ext cx="1572405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" y="4379976"/>
            <a:ext cx="17552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39105" y="704088"/>
            <a:ext cx="1663845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825" y="749808"/>
            <a:ext cx="1572405" cy="3520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93385" y="4379976"/>
            <a:ext cx="17552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941050" y="704088"/>
            <a:ext cx="1663845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770" y="749808"/>
            <a:ext cx="1572405" cy="35204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95330" y="4379976"/>
            <a:ext cx="17552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342995" y="704088"/>
            <a:ext cx="1663845" cy="3611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715" y="749808"/>
            <a:ext cx="1572405" cy="35204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97275" y="4379976"/>
            <a:ext cx="17552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Pedido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0" y="4681728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74320" y="4700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274320" y="49560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1847088" y="4709160"/>
            <a:ext cx="0" cy="384048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048256" y="4700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2048256" y="49560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621024" y="4709160"/>
            <a:ext cx="0" cy="384048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822192" y="4700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822192" y="49560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Pedidos/mês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394960" y="4709160"/>
            <a:ext cx="0" cy="384048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596128" y="4700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R$530,67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596128" y="49560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168896" y="4709160"/>
            <a:ext cx="0" cy="384048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370064" y="47000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370064" y="49560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 pagamento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49808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8046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097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— SDK ≥ 3.0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57276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572768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7276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16276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Provider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19202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ChangeNotifier, estado reativo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239572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395728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9572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" y="24505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2743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color #2563EB, portrait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21868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218688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1868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6112" y="32735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3566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pt_BR — R$, vírgula, dd/MM/yyyy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404164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4041648"/>
            <a:ext cx="64008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4164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96112" y="40965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v4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6112" y="4389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únicos gerados no controller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0"/>
            <a:ext cx="457200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709160" y="91440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822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Persistência local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1143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offline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73752" y="1298448"/>
            <a:ext cx="0" cy="246888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173736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API REST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66360" y="1965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back-end / ERP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73752" y="2121408"/>
            <a:ext cx="0" cy="246888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56032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Autenticação real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166360" y="2788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OAuth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73752" y="2944368"/>
            <a:ext cx="0" cy="246888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38328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6636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Relatórios PDF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166360" y="3611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pedidos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73752" y="3767328"/>
            <a:ext cx="0" cy="246888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420624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166360" y="4114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Push Notifications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166360" y="4434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status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Landix Basic  ·  Força de Vendas na palma da mão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Landix Basic</dc:title>
  <dc:subject>PptxGenJS Presentation</dc:subject>
  <dc:creator>PptxGenJS</dc:creator>
  <cp:lastModifiedBy>PptxGenJS</cp:lastModifiedBy>
  <cp:revision>1</cp:revision>
  <dcterms:created xsi:type="dcterms:W3CDTF">2026-04-23T17:23:19Z</dcterms:created>
  <dcterms:modified xsi:type="dcterms:W3CDTF">2026-04-23T17:23:19Z</dcterms:modified>
</cp:coreProperties>
</file>